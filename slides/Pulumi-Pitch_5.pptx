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274320" cy="5143500"/>
          </a:xfrm>
          <a:prstGeom prst="rect">
            <a:avLst/>
          </a:prstGeom>
          <a:solidFill>
            <a:srgbClr val="2D2442"/>
          </a:solidFill>
          <a:ln w="12700">
            <a:solidFill>
              <a:srgbClr val="2D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PITCH  · 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Pulumi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approach to Infrastructure as 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infrastructure in real programming languages.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Collaborate, secure, and ship faster with Pulumi Cloud.</a:t>
            </a:r>
            <a:endParaRPr lang="en-US" sz="1400" dirty="0"/>
          </a:p>
        </p:txBody>
      </p:sp>
      <p:pic>
        <p:nvPicPr>
          <p:cNvPr id="8" name="Image 0" descr="/home/claude/deck/platy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45920"/>
            <a:ext cx="1737360" cy="1481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 ·  Cloud Support Engineer, Pulumi</a:t>
            </a:r>
            <a:endParaRPr lang="en-US" sz="1100" dirty="0"/>
          </a:p>
        </p:txBody>
      </p:sp>
      <p:pic>
        <p:nvPicPr>
          <p:cNvPr id="10" name="Image 1" descr="/home/claude/deck/pulumi-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Infrastructure as Code?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cloud resources through code instead of clicking through consoles. Define what you want; the tool makes it 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293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changes live in Git alongside app code. Full history, diffable, reviewable.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78308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78308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659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9293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identical environments in seconds. Dev, staging, prod stay in sync.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78308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78308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9293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has an author and a reason. Compliance and security teams sleep better.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47472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576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6210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85800" y="4114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hand-rolling resources. Reduce time-to-environment from days to minutes.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46120" y="347472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46120" y="347472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6576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6210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Automatable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474720" y="4114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CI/CD. No more snowflake servers or 'works on my machine' infra.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474720"/>
            <a:ext cx="2651760" cy="1554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0" y="3474720"/>
            <a:ext cx="64008" cy="155448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6576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62102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263640" y="4114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 on infra the same way they work on code: branches, PRs, reviews.</a:t>
            </a:r>
            <a:endParaRPr lang="en-US" sz="1050" dirty="0"/>
          </a:p>
        </p:txBody>
      </p:sp>
      <p:pic>
        <p:nvPicPr>
          <p:cNvPr id="35" name="Image 6" descr="/home/claude/deck/pulumi-cu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Pulumi vs. other IaC tools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Pulumi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2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TS, Go, .NET, Java, 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 (custom DSL)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/ 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Loops, conditionals, abstractions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(it's just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(count, for_each)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verbose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Azure, GCP, K8s + 150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(provider ecosystem)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+ integration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diffing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diffing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(autocomplete, refactor, types)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(HCL plugin)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(schema)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as library (Automation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(CLI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4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(CLI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can also consume existing Terraform modules and providers, so you can adopt incrementally.</a:t>
            </a:r>
            <a:endParaRPr lang="en-US" sz="1100" dirty="0"/>
          </a:p>
        </p:txBody>
      </p:sp>
      <p:pic>
        <p:nvPicPr>
          <p:cNvPr id="6" name="Image 0" descr="/home/claude/deck/pulumi-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IAC · CORE CAPABILITIES (1 / 2)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infra the way you build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7101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61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programming languages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TypeScript, Go, .NET, Java, YAML. No DSL to learn. Use what your team already knows.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653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Loops, conditionals, functions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50 buckets with a for-loop. Build classes for reusable patterns. Refactor with IDE confidence.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45973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350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51560" y="2606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property, and integration tests for infra. Run in CI before anything touches the cloud.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0540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443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Secrets handling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5156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Per-stack encryption with cloud KMS, Pulumi-managed keys, or a passphrase. Secrets stay encrypted in state.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64845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538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API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5156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Pulumi as a library in your own Go/Python/TS app. Build self-service portals and SaaS-style provisioning.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57200" y="416052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424281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156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as Code (CrossGuard)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051560" y="4389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compliance rules in Python or TS. Block or warn on violations. OPA-compatible.</a:t>
            </a:r>
            <a:endParaRPr lang="en-US" sz="1050" dirty="0"/>
          </a:p>
        </p:txBody>
      </p:sp>
      <p:pic>
        <p:nvPicPr>
          <p:cNvPr id="28" name="Image 6" descr="/home/claude/deck/pulumi-cu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IAC · CORE CAPABILITIES (2 / 2)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Compose, reuse, and reach any cloud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7101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61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Resources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multi-resource patterns (standard VPC, EKS-with-observability) as reusable components. Publish internally.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653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packages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component once, consume it from any supported language. Win for polyglot platform teams.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45973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350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51560" y="2606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environments (dev/staging/prod) with per-stack config. Same code, different inputs.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0540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443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cloud, any resource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5156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providers: AWS, Azure, GCP, Kubernetes, Cloudflare, Datadog, GitHub, Snowflake. Native providers track APIs same-day.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64845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538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+ dynamic providers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5156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unmanaged resources under Pulumi with `pulumi import`. Write custom providers when none exist.</a:t>
            </a:r>
            <a:endParaRPr lang="en-US" sz="1050" dirty="0"/>
          </a:p>
        </p:txBody>
      </p:sp>
      <p:pic>
        <p:nvPicPr>
          <p:cNvPr id="24" name="Image 5" descr="/home/claude/deck/pulumi-c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zero to deployed in two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2697480"/>
          </a:xfrm>
          <a:prstGeom prst="rect">
            <a:avLst/>
          </a:prstGeom>
          <a:solidFill>
            <a:srgbClr val="0F0F1E"/>
          </a:solidFill>
          <a:ln w="12700">
            <a:solidFill>
              <a:srgbClr val="2D2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137160" cy="13716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137160" cy="13716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137160" cy="13716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pulumi_aws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user_data =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"""#!/bin/bash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echo 'Hello, World!' &gt; /var/www/html/index.html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systemctl start httpd"""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= aws.ec2.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Instance(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"web"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ami=ami.id, user_data=user_data)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  = aws.lb.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LoadBalancer(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"alb"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subnets=subnets, ...)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pulumi.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export(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lb.dns_name)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pulumi up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✓ Resources: 8 created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terminal: provision an EC2 instance behind an ALB serving 'Hello, World!', then curl the output URL.</a:t>
            </a:r>
            <a:endParaRPr lang="en-US" sz="1200" dirty="0"/>
          </a:p>
        </p:txBody>
      </p:sp>
      <p:pic>
        <p:nvPicPr>
          <p:cNvPr id="10" name="Image 0" descr="/home/claude/deck/pulumi-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managed control plane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Pulumi IaC engine is open source. Pulumi Cloud adds the team and enterprise capabilities you need to operate at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Secrets, Config. Centralized, hierarchical, dynamic.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892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RBAC + SSO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47472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/ team / stack roles. SAML, SCIM, audit logs.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16916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892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26364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remote pulumi up. Git push to deploy. Review stacks per PR.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32918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8580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analytics across every resource in every stack.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46120" y="32918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5204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347472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querying infra, debugging, and generating code.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35040" y="3291840"/>
            <a:ext cx="2651760" cy="146304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52044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IDP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626364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templates so developers get approved infra without writing IaC.</a:t>
            </a:r>
            <a:endParaRPr lang="en-US" sz="1050" dirty="0"/>
          </a:p>
        </p:txBody>
      </p:sp>
      <p:pic>
        <p:nvPicPr>
          <p:cNvPr id="29" name="Image 6" descr="/home/claude/deck/pulumi-cu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CLOUD · ESC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of truth for config &amp; secrets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464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scattering config across .env files, CI variables, and secret managers.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64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&amp; hierarchical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1984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compose. Inherit from base, override per team or stage.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572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secrets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25511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AWS, Azure, GCP, or Vault at runtime. No long-lived creds in CI.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for short-lived creds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22960" y="3118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Deployments and CI/CD get scoped, temporary cloud credentials.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958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465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anywhere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22960" y="3685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via CLI, SDK, Kubernetes operator, or direct API, even outside Pulumi IaC.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9651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40325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audited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2296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tracked. Roll back to any prior version.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349240" y="1097280"/>
            <a:ext cx="3337560" cy="3520440"/>
          </a:xfrm>
          <a:prstGeom prst="rect">
            <a:avLst/>
          </a:prstGeom>
          <a:solidFill>
            <a:srgbClr val="0F0F1E"/>
          </a:solidFill>
          <a:ln w="12700">
            <a:solidFill>
              <a:srgbClr val="2D2442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48640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staging-environment.yaml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486400" y="14630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base/aws-creds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shared/db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fn::open::aws-login: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oidc: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roleArn: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arn:aws:...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host: rds.staging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${ssm.dbPass}</a:t>
            </a:r>
            <a:endParaRPr lang="en-US" sz="1050" dirty="0"/>
          </a:p>
        </p:txBody>
      </p:sp>
      <p:pic>
        <p:nvPicPr>
          <p:cNvPr id="23" name="Image 5" descr="/home/claude/deck/pulumi-c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0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CLOUD · RBAC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Least-privilege access from day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2743200" cy="457200"/>
          </a:xfrm>
          <a:prstGeom prst="rect">
            <a:avLst/>
          </a:prstGeom>
          <a:solidFill>
            <a:srgbClr val="702EEA"/>
          </a:solidFill>
          <a:ln w="9525">
            <a:solidFill>
              <a:srgbClr val="702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AppDev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prod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staging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283464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api-dev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3383280"/>
            <a:ext cx="1554480" cy="411480"/>
          </a:xfrm>
          <a:prstGeom prst="rect">
            <a:avLst/>
          </a:prstGeom>
          <a:solidFill>
            <a:srgbClr val="F6F5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web-dev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645920"/>
            <a:ext cx="0" cy="1371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1783080"/>
            <a:ext cx="16916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1783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1783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23160"/>
            <a:ext cx="0" cy="116128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23160"/>
            <a:ext cx="960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03580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8444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86200" y="2423160"/>
            <a:ext cx="0" cy="116128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2423160"/>
            <a:ext cx="960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303580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58444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cascade. Teams map to stack-level roles.</a:t>
            </a:r>
            <a:endParaRPr lang="en-US" sz="10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754880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granularity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754880" y="1389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· Team Admin · Stack Admin · Write · Read</a:t>
            </a:r>
            <a:endParaRPr lang="en-US" sz="10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37944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75488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 access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4754880" y="1993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IdP groups to teams; teams map to stacks. Onboard with one click.</a:t>
            </a:r>
            <a:endParaRPr lang="en-US" sz="10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41448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75488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SCIM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4754880" y="2596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and SCIM provisioning available on Enterprise.</a:t>
            </a:r>
            <a:endParaRPr lang="en-US" sz="105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44952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75488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475488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 action logged. Exportable for SIEM ingestion.</a:t>
            </a:r>
            <a:endParaRPr lang="en-US" sz="10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648456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754880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scoping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475488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team, and organization access tokens with explicit permissions.</a:t>
            </a:r>
            <a:endParaRPr lang="en-US" sz="1050" dirty="0"/>
          </a:p>
        </p:txBody>
      </p:sp>
      <p:pic>
        <p:nvPicPr>
          <p:cNvPr id="46" name="Image 5" descr="/home/claude/deck/pulumi-c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702EEA"/>
          </a:solidFill>
          <a:ln w="12700">
            <a:solidFill>
              <a:srgbClr val="702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274320" cy="5143500"/>
          </a:xfrm>
          <a:prstGeom prst="rect">
            <a:avLst/>
          </a:prstGeom>
          <a:solidFill>
            <a:srgbClr val="2D2442"/>
          </a:solidFill>
          <a:ln w="12700">
            <a:solidFill>
              <a:srgbClr val="2D2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listening.</a:t>
            </a:r>
            <a:endParaRPr lang="en-US" sz="1800" dirty="0"/>
          </a:p>
        </p:txBody>
      </p:sp>
      <p:pic>
        <p:nvPicPr>
          <p:cNvPr id="7" name="Image 0" descr="/home/claude/deck/platy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45920"/>
            <a:ext cx="1737360" cy="1481328"/>
          </a:xfrm>
          <a:prstGeom prst="rect">
            <a:avLst/>
          </a:prstGeom>
        </p:spPr>
      </p:pic>
      <p:pic>
        <p:nvPicPr>
          <p:cNvPr id="8" name="Image 1" descr="/home/claude/deck/pulumi-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663440"/>
            <a:ext cx="256032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Pulumi: A Modern Approach to Infrastructure as Code</dc:title>
  <dc:subject>PptxGenJS Presentation</dc:subject>
  <dc:creator>Megan</dc:creator>
  <cp:lastModifiedBy>Megan</cp:lastModifiedBy>
  <cp:revision>1</cp:revision>
  <dcterms:created xsi:type="dcterms:W3CDTF">2026-05-27T15:42:27Z</dcterms:created>
  <dcterms:modified xsi:type="dcterms:W3CDTF">2026-05-27T15:42:27Z</dcterms:modified>
</cp:coreProperties>
</file>